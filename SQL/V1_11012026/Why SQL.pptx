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A6C2-A020-73F5-0DEC-C094D2C68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AABD1-6A1C-3C3F-A6D0-95348A7D7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ACA5-3652-9087-63FE-22B9FCF1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FF6C-48BE-7B74-ED5B-701309EE7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0086B-E5E2-156C-A27F-5B49E384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79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63CA-4A3D-A981-F78A-203832D3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89ED-7198-486C-DC99-816B434A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A5D6B-E4A4-169B-C383-520B6FD3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27EDA-4C5F-A9B7-B59E-F55D08C4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2B6DD-B370-F85F-3F51-1FB63A21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535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DAB8-5C0C-9D84-7625-4BF77A25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D4CED-1CCF-FC6A-A2DF-5603AE0F1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E0160-DA42-4197-BCEE-69394DF53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3694C-A04D-0E8C-C428-FB27F90E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0326-8DF0-08CA-08B6-8757A85F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277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DE883-F1D2-7F50-5BFE-BA1E342F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76000-40B2-FE11-9958-9EFB56C11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40E5D-9946-D2D3-ECCE-86F7B9478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DF7ED-D424-6CB9-75DF-E1D6E8A3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FB63B-B926-224D-A255-EE3A05BF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0C6AB-8CCD-2245-B52D-2B9ABECF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62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2A64-536C-3CD7-1241-9AFA6812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9349C-0C97-D0B7-4CBE-1EE3A2A38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A2EBC-B6CD-4959-47FF-DFED9F23E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3BC00-4D39-4790-A6B7-B6C7CC489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DEE534-E9F6-062D-CE9E-17AA115E0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E3914-9E18-2232-6ADA-74E76FEE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5B49F-1A37-6648-5840-29CC515A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E640A-A574-A4C9-CA27-99CA2011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05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79CE-CE1A-9BDE-9F39-89A04AFE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6E778F-54F3-422F-72AF-9C7565F5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3C7A2-5E40-2684-8EA7-4D63FB62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4D91B-7B67-E1DE-5967-D94BD1DA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69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F7176-C4DF-B159-A690-CD550196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80E71-A2FF-CA17-32A8-0A64F969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B03D6-9A65-3FC8-DB25-CFF28AB7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74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9760-4552-FC7C-B1BE-8847A3578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0A525-4FF5-0DDF-7B46-0EE42814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2F94F-39AC-09DB-131D-7CAE1845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29D95-89DC-4C35-74DB-802D87A6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49E71-836D-4533-DEC8-3F00C67B6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76CF9-BC71-9191-316B-9B5C595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932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D1F3-F809-4E85-F6E1-59C62857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8502E-D085-58CD-1C82-7C0F2BCB1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63013-345F-E49A-7449-AC768F1AC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BA4D7-7C85-907A-3709-4A771C5D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444CD-165C-8891-CF1C-F55D536F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0BFA-92CB-3E5D-AB9B-7BEBD883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075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904E-F192-B357-1210-DF69CDA9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854EE-AE24-0F18-9440-A287A5968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3A8D-3AE1-DBE2-EA2D-61997BB0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869B6-E3A0-56F4-7171-330FDB419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413F3-8B71-FD9E-05C3-F0FF57E4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783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9C690-D311-52DB-BEE5-D18A9BB288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DDFE0-DF51-94AC-7078-63C982C78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E5D93-48A4-6E45-58E8-5F2B72373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B5328-7149-09A6-9FB1-385E3C4B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071DB-ED3C-DB02-1ED3-F430D750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662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8B25A1-6304-709A-D9D3-298B1ACD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4C7F2-C64D-1BE0-B529-69A181705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57A69-D2CC-4BD8-37FD-97B431039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86F4-F9E6-40AA-8658-7CA3E94EAF8F}" type="datetimeFigureOut">
              <a:rPr lang="de-DE" smtClean="0"/>
              <a:t>27.04.2026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FC995-475A-4948-BFC6-82D35328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5A2E6-87C0-FC2B-AE40-9C41DD431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78DE9-5DBC-48C7-9EE8-7FA3451D07A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22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30DA3B-C7AB-2DC6-9E88-82D989A5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538" y="0"/>
            <a:ext cx="7516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7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58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Faramarz Hojati</dc:creator>
  <cp:lastModifiedBy>Faramarz Hojati</cp:lastModifiedBy>
  <cp:revision>1</cp:revision>
  <dcterms:created xsi:type="dcterms:W3CDTF">2026-04-27T16:28:27Z</dcterms:created>
  <dcterms:modified xsi:type="dcterms:W3CDTF">2026-05-08T05:17:48Z</dcterms:modified>
</cp:coreProperties>
</file>